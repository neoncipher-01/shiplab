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337560" y="164592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550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actually do that businesses are willing to pay for.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23317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04488" y="2377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Automations &amp; Agents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37560" y="28986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04488" y="2944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Voice Agents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37560" y="346557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04488" y="35112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Chatbots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37560" y="403250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04488" y="4078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Consulting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THE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Never sell a pre-built automation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337560" y="141732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people build something first, then go hunting for someone to buy it. That is backwards.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21031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2231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A74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MOSTLY THE SAME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520440" y="24323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Voice agents &amp; chatbots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0440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already know who needs one and what it has to do.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21031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231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DIFFERENT EVERY TIME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63640" y="24323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Automations &amp; agents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5AF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two businesses run the same way, so no two builds are the same.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361188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in the meeting first. Find out what they use and what is eating their time. Then build.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422452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are not selling. You are helping. That is what makes them trust you.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THE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ways to walk 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337560" y="1261872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SELLING A PRE-BUILT SYSTEM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337560" y="1536192"/>
            <a:ext cx="1536192" cy="566928"/>
          </a:xfrm>
          <a:prstGeom prst="roundRect">
            <a:avLst>
              <a:gd name="adj" fmla="val 11290"/>
            </a:avLst>
          </a:prstGeom>
          <a:solidFill>
            <a:srgbClr val="E5E0D8"/>
          </a:solidFill>
          <a:ln w="12700">
            <a:solidFill>
              <a:srgbClr val="C9C3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53619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build 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10328" y="1819656"/>
            <a:ext cx="182880" cy="0"/>
          </a:xfrm>
          <a:prstGeom prst="line">
            <a:avLst/>
          </a:prstGeom>
          <a:noFill/>
          <a:ln w="15875">
            <a:solidFill>
              <a:srgbClr val="C9C3B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29784" y="1536192"/>
            <a:ext cx="1536192" cy="566928"/>
          </a:xfrm>
          <a:prstGeom prst="roundRect">
            <a:avLst>
              <a:gd name="adj" fmla="val 11290"/>
            </a:avLst>
          </a:prstGeom>
          <a:solidFill>
            <a:srgbClr val="E5E0D8"/>
          </a:solidFill>
          <a:ln w="12700">
            <a:solidFill>
              <a:srgbClr val="C9C3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9784" y="153619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go looking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02552" y="1819656"/>
            <a:ext cx="182880" cy="0"/>
          </a:xfrm>
          <a:prstGeom prst="line">
            <a:avLst/>
          </a:prstGeom>
          <a:noFill/>
          <a:ln w="15875">
            <a:solidFill>
              <a:srgbClr val="C9C3B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22008" y="1536192"/>
            <a:ext cx="1536192" cy="566928"/>
          </a:xfrm>
          <a:prstGeom prst="roundRect">
            <a:avLst>
              <a:gd name="adj" fmla="val 11290"/>
            </a:avLst>
          </a:prstGeom>
          <a:solidFill>
            <a:srgbClr val="E5E0D8"/>
          </a:solidFill>
          <a:ln w="12700">
            <a:solidFill>
              <a:srgbClr val="C9C3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22008" y="153619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doesn't fit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19872" y="1645920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9E5540"/>
          </a:solidFill>
          <a:ln w="12700">
            <a:solidFill>
              <a:srgbClr val="9E55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9872" y="164592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267004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CONSULTING FIRST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1536192" cy="566928"/>
          </a:xfrm>
          <a:prstGeom prst="roundRect">
            <a:avLst>
              <a:gd name="adj" fmla="val 11290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 with them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10328" y="3227832"/>
            <a:ext cx="182880" cy="0"/>
          </a:xfrm>
          <a:prstGeom prst="line">
            <a:avLst/>
          </a:prstGeom>
          <a:noFill/>
          <a:ln w="15875">
            <a:solidFill>
              <a:srgbClr val="8A83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29784" y="2944368"/>
            <a:ext cx="1536192" cy="566928"/>
          </a:xfrm>
          <a:prstGeom prst="roundRect">
            <a:avLst>
              <a:gd name="adj" fmla="val 11290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9784" y="294436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the manual work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02552" y="3227832"/>
            <a:ext cx="182880" cy="0"/>
          </a:xfrm>
          <a:prstGeom prst="line">
            <a:avLst/>
          </a:prstGeom>
          <a:noFill/>
          <a:ln w="15875">
            <a:solidFill>
              <a:srgbClr val="8A837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22008" y="2944368"/>
            <a:ext cx="1536192" cy="566928"/>
          </a:xfrm>
          <a:prstGeom prst="roundRect">
            <a:avLst>
              <a:gd name="adj" fmla="val 11290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2008" y="294436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for that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92440" y="3054096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255C58"/>
          </a:solidFill>
          <a:ln w="12700">
            <a:solidFill>
              <a:srgbClr val="255C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30540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37560" y="3913632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3913632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amount of work. Completely different result.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Automations &amp; Agents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337560" y="1481328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ON</a:t>
            </a:r>
            <a:endParaRPr lang="en-US" sz="850" dirty="0"/>
          </a:p>
        </p:txBody>
      </p:sp>
      <p:pic>
        <p:nvPicPr>
          <p:cNvPr id="6" name="Image 0" descr="logo-n8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1737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04488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n8n</a:t>
            </a:r>
            <a:endParaRPr lang="en-US" sz="1100" dirty="0"/>
          </a:p>
        </p:txBody>
      </p:sp>
      <p:pic>
        <p:nvPicPr>
          <p:cNvPr id="8" name="Image 1" descr="logo-relev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373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Relevance AI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337560" y="256032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 where you build AI automations and AI agents for businesses — on the two platforms the whole industry is built around.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that work in almost any business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337560" y="1874520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38728" y="21031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38728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50792" y="20025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Instant Lead Qualifier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50792" y="22585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Looks at every new lead, decides who is worth your time, and tells the sales team who to call first.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2807208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38728" y="30358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50792" y="29352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Email Manager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050792" y="319125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Reads every email that lands in the inbox and writes the reply. You just check it and hit send.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37560" y="3739896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38728" y="396849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38728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50792" y="38679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Invoice Autopilot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050792" y="412394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Reads every invoice, pulls out the numbers, and puts them into the books. A human only checks the ones it is unsure about.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1417320"/>
            <a:ext cx="5257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 me walk you through these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337560" y="283464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283464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three, end to end — what goes in, what comes out.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THE NEXT TWO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front end talks.</a:t>
            </a:r>
            <a:endParaRPr lang="en-US" sz="2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back end does the work.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337560" y="196596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VAPI and Voiceflow are brilliant at the talking part. Listening, understanding, replying in a voice that sounds human.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337560" y="274320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They are weak at the doing part — booking the appointment, updating the sheet, sending the email. Those are the tools we covered in the basics, and these platforms are poor at using them.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3840480"/>
            <a:ext cx="5257800" cy="713232"/>
          </a:xfrm>
          <a:prstGeom prst="roundRect">
            <a:avLst>
              <a:gd name="adj" fmla="val 10256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384048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we build that half somewhere else: 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n8n, Make or Zapier.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THE NEXT TWO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halves of one build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337560" y="1298448"/>
            <a:ext cx="5257800" cy="960120"/>
          </a:xfrm>
          <a:prstGeom prst="roundRect">
            <a:avLst>
              <a:gd name="adj" fmla="val 8571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93592" y="140817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A74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 END  —  the part that talks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593592" y="16276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VAPI   ·   Retell   ·   Voiceflow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93592" y="190195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Listens, understands, and replies.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61888" y="2313432"/>
            <a:ext cx="0" cy="310896"/>
          </a:xfrm>
          <a:prstGeom prst="line">
            <a:avLst/>
          </a:prstGeom>
          <a:noFill/>
          <a:ln w="19050">
            <a:solidFill>
              <a:srgbClr val="8A83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37560" y="2697480"/>
            <a:ext cx="5257800" cy="960120"/>
          </a:xfrm>
          <a:prstGeom prst="roundRect">
            <a:avLst>
              <a:gd name="adj" fmla="val 8571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28072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 END  —  the part that does things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93592" y="30266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n8n   ·   Make   ·   Zapier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93592" y="33009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Books the slot, updates the sheet, sends the email.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384048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TOOLS IT REACHES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37560" y="4059936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F0EDE8"/>
          </a:solidFill>
          <a:ln w="12700">
            <a:solidFill>
              <a:srgbClr val="C9C3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405993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Calendar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81728" y="4059936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F0EDE8"/>
          </a:solidFill>
          <a:ln w="12700">
            <a:solidFill>
              <a:srgbClr val="C9C3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405993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Gmail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25896" y="4059936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F0EDE8"/>
          </a:solidFill>
          <a:ln w="12700">
            <a:solidFill>
              <a:srgbClr val="C9C3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25896" y="405993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Sheets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70064" y="4059936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F0EDE8"/>
          </a:solidFill>
          <a:ln w="12700">
            <a:solidFill>
              <a:srgbClr val="C9C3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0064" y="405993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Drive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Voice Agents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337560" y="1481328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337560" y="1737360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737360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37960" y="1737360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737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ElevenLabs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2377440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voice agent picks up the phone instead of a person. It answers, books the appointment, qualifies the lead — in a voice that sounds human.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does about 70% of what a person does. So half the calls handled, half the team's time back. That is a huge saving, and businesses pay for it.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37560" y="422452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platforms are weak at the back end, so n8n or Relevance does the real work behind them.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1417320"/>
            <a:ext cx="5257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Now I'll show you how to build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337560" y="283464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283464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full voice agent, live, in VAPI.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Chatbots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337560" y="1481328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337560" y="1737360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737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Voiceflow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20640" y="1737360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737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Botpress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2377440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job as a voice agent, except it types instead of talks. It sits on their website or inside WhatsApp, answers questions, and books appointments.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it hits something it does not know, it pulls in a real person. The human is still there — just doing far less.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37560" y="422452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rule: the chatbot talks, but n8n or Relevance does the work behind it.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1417320"/>
            <a:ext cx="5257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Now I'll show you how to build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337560" y="283464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283464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working chatbot, live, in Voiceflow.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Consulting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337560" y="1554480"/>
            <a:ext cx="5257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Almost every business owner knows AI can help them. Almost none of them know where to put it.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 gap is the service. You sit with them, look at how they actually run things, and tell them where AI fits — and where it doesn't.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3429000"/>
            <a:ext cx="5257800" cy="685800"/>
          </a:xfrm>
          <a:prstGeom prst="roundRect">
            <a:avLst>
              <a:gd name="adj" fmla="val 10667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34290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can sell this before you have built a single thing.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Sometimes the answer is 'don't build it'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337560" y="187452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37560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94760" y="185623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it goes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794760" y="211226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parts of the business are worth automating, and in what order.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26974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94760" y="267919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not to build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94760" y="293522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it is a small job, tell them to just use Claude or ChatGPT. Don't sell a system they don't need.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352044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94760" y="350215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custom fit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94760" y="375818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business runs differently, so the answer is shaped around them.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42976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Being the person who says "you don't need that" is exactly what makes them trust you with the things they do need.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 OF SECTION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know what you sell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337560" y="14630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services. One rule underneath all of them: look before you build.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221284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Automations &amp; Agents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37560" y="267004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Voice Agents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37560" y="312724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Chatbots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337560" y="358444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55C58"/>
          </a:solidFill>
          <a:ln w="12700">
            <a:solidFill>
              <a:srgbClr val="255C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Consulting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37560" y="4041648"/>
            <a:ext cx="5257800" cy="548640"/>
          </a:xfrm>
          <a:prstGeom prst="roundRect">
            <a:avLst>
              <a:gd name="adj" fmla="val 13333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40416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Next:  </a:t>
            </a:r>
            <a:pPr indent="0" marL="0">
              <a:buNone/>
            </a:pPr>
            <a:r>
              <a:rPr lang="en-US" sz="12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you find people who will buy it.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For Profit</dc:creator>
  <cp:lastModifiedBy>AI For Profit</cp:lastModifiedBy>
  <cp:revision>1</cp:revision>
  <dcterms:created xsi:type="dcterms:W3CDTF">2026-07-31T06:23:13Z</dcterms:created>
  <dcterms:modified xsi:type="dcterms:W3CDTF">2026-07-31T06:23:13Z</dcterms:modified>
</cp:coreProperties>
</file>