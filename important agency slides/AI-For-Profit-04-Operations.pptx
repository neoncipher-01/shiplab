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337560" y="164592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55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said yes. Now you have to put it inside their business.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3317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04488" y="2313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Installing an automation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04488" y="2587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 the logins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108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04488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Installing a chatbot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04488" y="33649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paste one piece of code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38862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04488" y="3867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Installing a voice 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04488" y="41422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attach a phone number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 /  THE RULE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after they say yes.</a:t>
            </a:r>
            <a:endParaRPr lang="en-US" sz="26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Never during the pitch.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37560" y="201168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not try to set anything up on the closing call. Close the client, then book a separate meeting just for setup.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92608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29260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install is really just one thing: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collecting logins and connecting accounts.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38862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automation needs to reach their Gmail, their calendar, their CRM, their sheets. It cannot do anything until you have those.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01  / 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steps, in this order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37560" y="138988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94760" y="13716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the client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4760" y="16093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install happens after they've said yes.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0574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203911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a setup meeting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27685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dedicated call, separate from the closing call.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72491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724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70662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up the accounts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294436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them onto n8n or Relevance, plus anything the build touches.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3924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94760" y="337413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 the credentials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361188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Logins and API keys for every service the automation connects to.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40599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404164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a shared channel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94760" y="427939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Slack or WhatsApp, from day one, for everything you forget.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42519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will always forget a login. That is normal — that is what the shared channel is for.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01  / 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is where the logins go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337560" y="129844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Inside the platform there is a dedicated Credentials section. You plug each account in there, and your nodes can act on the client's behalf.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742564" y="2084832"/>
            <a:ext cx="4447792" cy="2276856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C9C3B7"/>
            </a:solidFill>
            <a:prstDash val="solid"/>
          </a:ln>
        </p:spPr>
      </p:sp>
      <p:pic>
        <p:nvPicPr>
          <p:cNvPr id="7" name="Image 0" descr="ops/n8n-credenti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6572" y="2148840"/>
            <a:ext cx="4319776" cy="2148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37560" y="44622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 ·  Credentials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02  /  CHATBOT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 simpler — one piece of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337560" y="13258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don't need a pile of the client's logins. You just need to get one snippet onto their website.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20574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203911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and publish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0" y="22768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Finish the chatbot on the platform and publish 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7157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269748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Copy the embed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2935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platform gives you a snippet in the widget section.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37413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335584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Paste it on their site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3593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Into the header, or just before the closing body tag.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4069080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069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Have the client sign up on Voiceflow, buy the membership, and add you as an admin.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02  /  CHATBOT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it, then publish it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56432" y="1261872"/>
            <a:ext cx="5020056" cy="3116227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C9C3B7"/>
            </a:solidFill>
            <a:prstDash val="solid"/>
          </a:ln>
        </p:spPr>
      </p:sp>
      <p:pic>
        <p:nvPicPr>
          <p:cNvPr id="6" name="Image 0" descr="ops/voiceflow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325880"/>
            <a:ext cx="4892040" cy="2988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4478683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Voiceflow  ·  the agent and its instructions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02  /  CHATBOT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Copy the embed code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29724" y="1261872"/>
            <a:ext cx="4273472" cy="3145536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C9C3B7"/>
            </a:solidFill>
            <a:prstDash val="solid"/>
          </a:ln>
        </p:spPr>
      </p:sp>
      <p:pic>
        <p:nvPicPr>
          <p:cNvPr id="6" name="Image 0" descr="ops/voiceflow-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3732" y="1325880"/>
            <a:ext cx="4145456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450799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Voiceflow  ·  Widget  →  Installation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02  /  CHATBOT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 paste it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337560" y="129844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depends on what their website is built on. Once it's in, the chat bubble appears and it's live.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64992" y="1947672"/>
            <a:ext cx="5202936" cy="2287556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C9C3B7"/>
            </a:solidFill>
            <a:prstDash val="solid"/>
          </a:ln>
        </p:spPr>
      </p:sp>
      <p:pic>
        <p:nvPicPr>
          <p:cNvPr id="7" name="Image 0" descr="ops/website-platfo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011680"/>
            <a:ext cx="5074920" cy="2159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03  /  VOICE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easiest one of all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337560" y="132588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voice agent is just a human in place of a human. How do we reach a receptionist? We call them.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210312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the whole install is this: attach a phone number to your agent.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30175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76472" y="29992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them the number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76472" y="3236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Then they add it to their Google Maps business profile, or their ads.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79476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76472" y="377647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Have them sign 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76472" y="40142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as the chatbot — they own the account, you get added as admin.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03  /  VOICE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Attach the number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99036" y="1307592"/>
            <a:ext cx="4534848" cy="3054096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12700">
            <a:solidFill>
              <a:srgbClr val="C9C3B7"/>
            </a:solidFill>
            <a:prstDash val="solid"/>
          </a:ln>
        </p:spPr>
      </p:sp>
      <p:pic>
        <p:nvPicPr>
          <p:cNvPr id="6" name="Image 0" descr="ops/vapi-phone-nu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3044" y="1371600"/>
            <a:ext cx="4406832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44622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VAPI  ·  Phone Numbers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03  /  VOICE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theirs, or make a new one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10712" y="1307592"/>
            <a:ext cx="5111496" cy="2914478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9C3B7"/>
            </a:solidFill>
            <a:prstDash val="solid"/>
          </a:ln>
        </p:spPr>
      </p:sp>
      <p:pic>
        <p:nvPicPr>
          <p:cNvPr id="6" name="Image 0" descr="ops/vapi-import-twi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371600"/>
            <a:ext cx="4983480" cy="27864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432265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5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VAPI  ·  a free number, or import Twilio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03  /  VOICE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777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Inbound, not outbound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337560" y="13716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1C1815"/>
          </a:solidFill>
          <a:ln w="12700">
            <a:solidFill>
              <a:srgbClr val="1C18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38728" y="14996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INBOUND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38728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They call 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38728" y="20665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B5AF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VAPI number works best. This is what you build for clients.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81928" y="14996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A74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OUTBOUND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81928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calls 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81928" y="20665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Needs Twilio numbers. We rarely build these — AI is not that good yet.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37560" y="3291840"/>
            <a:ext cx="5257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Would you buy insurance from a random number that turns out to be an AI agent? Unlikely.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3977640"/>
            <a:ext cx="5257800" cy="621792"/>
          </a:xfrm>
          <a:prstGeom prst="roundRect">
            <a:avLst>
              <a:gd name="adj" fmla="val 11765"/>
            </a:avLst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9776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for the calls already coming in. That is where the money is.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7560" y="47823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C96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 PROFIT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337560" y="502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56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 OF SECTION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7560" y="80467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the whole business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37560" y="16916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76472" y="1673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1691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sell.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2585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76472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22585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you get in front of them.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28254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0561C"/>
          </a:solidFill>
          <a:ln w="12700">
            <a:solidFill>
              <a:srgbClr val="E056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76472" y="2807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2825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8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you put it inside their business.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361188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613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AI agency is no different from any other business. Find something people will buy, exchange it for money, find a way to deliver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For Profit</dc:creator>
  <cp:lastModifiedBy>AI For Profit</cp:lastModifiedBy>
  <cp:revision>1</cp:revision>
  <dcterms:created xsi:type="dcterms:W3CDTF">2026-07-31T06:55:44Z</dcterms:created>
  <dcterms:modified xsi:type="dcterms:W3CDTF">2026-07-31T06:55:44Z</dcterms:modified>
</cp:coreProperties>
</file>