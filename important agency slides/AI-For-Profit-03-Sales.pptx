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337560" y="16459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0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 are only two ways to sell anything. You go to them, or they come to you.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25146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04488" y="2496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Cold Outreach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04488" y="2788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go to them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33832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04488" y="3364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04488" y="36576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come to you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OUTREACH  /  THE FRAME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we sell is a meeting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337560" y="14630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Pitching someone n8n or Relevance will only get you ignored, or told to f*** off over the phone.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37560" y="210312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Nobody likes to be sold. We like to be consulted about our choices. So you are not selling automation — you are offering fifteen minutes to look at their business.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315468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31546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the meeting: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shut up and let them talk. The more they talk, the more you have to close them with.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41605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 is why asking good questions is such an underrated skill.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OUTREACH  /  THE FRAME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that sounds like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337560" y="14630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146304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 don't know if automation is even going to work in your business, because everyone's situation is different.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 I'm happy to hop on a quick call to see if there's something we can automate and save you 6, 10, even 20 hours a week.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might not be a fit. But you will walk away knowing exactly how to use AI in your business."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37560" y="404164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Never be needy, even on your first meeting. Plenty of fish in the sea.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OUTREACH  /  TOOLS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ways to start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337560" y="141732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38728" y="15361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A74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FREE-ISH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538728" y="18288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F88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538728" y="201168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Maps, by hand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38728" y="2267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Name, email, phone, website — straight off their site.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38728" y="27889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F88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538728" y="297180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Mailmeteor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38728" y="32278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 a month. Basically free.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15361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81928" y="18288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A93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81928" y="201168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Apollo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81928" y="2267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5AF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to 1–20 employees so you reach the owner.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81928" y="27889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A93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SENDING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281928" y="297180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Lemlist · Snov.io · Instantly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81928" y="32278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5AF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volume and follow-ups.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379476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free way takes time. That is exactly why most people won't do it — and why the businesses you reach have never been approached before.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OUTREACH  /  TOOLS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100584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 me show you all three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337560" y="2011680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20440" y="21305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95928" y="201168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Pulling leads out of Google Maps into a sheet, by hand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2697480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8163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95928" y="269748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Getting leads out of Apollo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3383280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35021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502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95928" y="338328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Sending the emails with Mailmeteor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OUTREACH  /  EMAIL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Warm up your email first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337560" y="141732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the step almost everyone skips, and it is why their emails never get a single reply.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2103120"/>
            <a:ext cx="5257800" cy="621792"/>
          </a:xfrm>
          <a:prstGeom prst="roundRect">
            <a:avLst>
              <a:gd name="adj" fmla="val 11765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210312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First: buy a professional domain.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Never send cold outreach from a free Gmail.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37560" y="292608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 this. A brand new email that suddenly sends 50 a day looks like a spammer to Google. Your emails go straight to the spam folder and nobody ever sees them.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3886200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8862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Warming up builds your reputation slowly first, so the providers learn to trust you.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OUTREACH  /  EMAIL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warm up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337560" y="146304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20440" y="1682496"/>
            <a:ext cx="128016" cy="347472"/>
          </a:xfrm>
          <a:prstGeom prst="roundRect">
            <a:avLst>
              <a:gd name="adj" fmla="val 28571"/>
            </a:avLst>
          </a:prstGeom>
          <a:solidFill>
            <a:srgbClr val="255C58"/>
          </a:solidFill>
          <a:ln w="12700">
            <a:solidFill>
              <a:srgbClr val="25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5910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Starting out, free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9476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Snov.io — free warm-up you can turn on and leave running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359152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578608"/>
            <a:ext cx="128016" cy="347472"/>
          </a:xfrm>
          <a:prstGeom prst="roundRect">
            <a:avLst>
              <a:gd name="adj" fmla="val 28571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24871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in, paid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947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Lemlist and Mailmeteor include it, Mailmeteor on a higher plan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33101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58184" y="327355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 it warm at least one full week before you send a single cold email. Longer is better.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378561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58184" y="37490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 ease in — start at 20 a day and work up. Aim for 50 or more, every day.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42976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you are serious about scaling on cold email, buy one platform that includes warm-up.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OUTREACH  /  SCRIPTS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132588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 let me show you</a:t>
            </a:r>
            <a:endParaRPr lang="en-US" sz="29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scripts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337560" y="2926080"/>
            <a:ext cx="5257800" cy="713232"/>
          </a:xfrm>
          <a:prstGeom prst="roundRect">
            <a:avLst>
              <a:gd name="adj" fmla="val 10256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92608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exact emails I send — and the psychology behind why they work.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makes everything else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337560" y="182880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Whatever you do — cold outreach, warm outreach, ads — your content makes every one of them 10x better.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2651760"/>
            <a:ext cx="2514600" cy="1234440"/>
          </a:xfrm>
          <a:prstGeom prst="roundRect">
            <a:avLst>
              <a:gd name="adj" fmla="val 6667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8728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look you up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find nothing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38728" y="3429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don't reply.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2651760"/>
            <a:ext cx="2514600" cy="1234440"/>
          </a:xfrm>
          <a:prstGeom prst="roundRect">
            <a:avLst>
              <a:gd name="adj" fmla="val 6667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928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look you up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find 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81928" y="3429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book the call.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37560" y="411480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how you get clients on autopilot.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105156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already have the idea.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need the format.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337560" y="237744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have something valuable to say. Someone out there has already said something like it, in a way that got attention online.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329184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32918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only job is to package your idea inside their proven format.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42519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can either sound smart, or get rich. Your choice.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 /  CONCEPT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Treat it like a black box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337560" y="141732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black box is something where you can see what goes in and what comes out, but you don't need to understand the machinery in between. You just learn: if I do X, I get 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2487168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48716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18888" y="2816352"/>
            <a:ext cx="457200" cy="0"/>
          </a:xfrm>
          <a:prstGeom prst="line">
            <a:avLst/>
          </a:prstGeom>
          <a:noFill/>
          <a:ln w="15875">
            <a:solidFill>
              <a:srgbClr val="8A83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49240" y="2487168"/>
            <a:ext cx="1234440" cy="658368"/>
          </a:xfrm>
          <a:prstGeom prst="roundRect">
            <a:avLst>
              <a:gd name="adj" fmla="val 9722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24871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3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47688" y="2816352"/>
            <a:ext cx="457200" cy="0"/>
          </a:xfrm>
          <a:prstGeom prst="line">
            <a:avLst/>
          </a:prstGeom>
          <a:noFill/>
          <a:ln w="15875">
            <a:solidFill>
              <a:srgbClr val="8A83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178040" y="2487168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248716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74920" y="3200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don't need to know what happens in here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37560" y="361188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don't grow by theorising about the algorithm. You grow by finding people who already get the outputs you want, and copying what they do.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 /  CONCEPT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Copy one person, that's plagiarism.</a:t>
            </a:r>
            <a:endParaRPr lang="en-US" sz="24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Copy thirty, that's research.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337560" y="205740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Pull the hook from one creator, the format from another, the topic angle from a third. Blend fifty influences and what comes out the other side is genuinely yours.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3063240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30632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Originality is just enough theft, mixed well.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3913632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don't copy one competitor. Study 30 to 50 people — your direct competitors and your indirect ones — and blend them.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 /  CONCEPT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Swap the topic. Keep the frame.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337560" y="141732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THEIRS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337560" y="1627632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627632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"This is how you make $9k a month with </a:t>
            </a:r>
            <a:pPr indent="0" marL="0">
              <a:buNone/>
            </a:pPr>
            <a:r>
              <a:rPr lang="en-US" sz="12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YouTube Shorts</a:t>
            </a:r>
            <a:pPr indent="0" marL="0">
              <a:buNone/>
            </a:pPr>
            <a:r>
              <a:rPr lang="en-US" sz="1250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61888" y="2359152"/>
            <a:ext cx="0" cy="274320"/>
          </a:xfrm>
          <a:prstGeom prst="line">
            <a:avLst/>
          </a:prstGeom>
          <a:noFill/>
          <a:ln w="19050">
            <a:solidFill>
              <a:srgbClr val="8A837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337560" y="2706624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37560" y="2916936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916936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AF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"This is how you make $9k a month with </a:t>
            </a:r>
            <a:pPr indent="0" marL="0">
              <a:buNone/>
            </a:pPr>
            <a:r>
              <a:rPr lang="en-US" sz="1250" b="1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automations</a:t>
            </a:r>
            <a:pPr indent="0" marL="0">
              <a:buNone/>
            </a:pPr>
            <a:r>
              <a:rPr lang="en-US" sz="1250" dirty="0">
                <a:solidFill>
                  <a:srgbClr val="B5AF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37560" y="3794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hook. Same structure. Same format. Keep 70 to 80% of their framing and change only the topic.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 /  CONCEPT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you should actually copy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337560" y="141732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 AI agency accounts are where you start. The real edge is copying the ones next door.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2084832"/>
            <a:ext cx="5257800" cy="932688"/>
          </a:xfrm>
          <a:prstGeom prst="roundRect">
            <a:avLst>
              <a:gd name="adj" fmla="val 7843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221284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Agency creators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SEO, web design, copywriting, SMMA, lead gen. Steal their client-getting content and their "I got a client this result" case study format.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3127248"/>
            <a:ext cx="5257800" cy="932688"/>
          </a:xfrm>
          <a:prstGeom prst="roundRect">
            <a:avLst>
              <a:gd name="adj" fmla="val 7843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25526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 tutorial creators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351129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Steal the "watch me build this" screen recording. It is exactly the format your automation demos should use.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37560" y="422452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them with Favikon, or just search hashtags. Look for people performing for months — not one viral hit.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 /  THE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post is three parts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337560" y="14173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756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HOOK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389120" y="142646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them to notice.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1709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 of your effort goes here. The first 3 seconds of the reel, the title of the video, the first line of the post.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2423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0" y="243230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the promise.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2715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 it, teach it, or show it. You don't invent this — you copy the format that already works.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34290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55C58"/>
          </a:solidFill>
          <a:ln w="12700">
            <a:solidFill>
              <a:srgbClr val="255C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0" y="34381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Tell them what to do.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7216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 the same one thing: book a call. Content without a CTA grows an audience, not a business.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44805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 this and you can make content for any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 /  EXAMPLE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SEO agency post that went viral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337560" y="1298448"/>
            <a:ext cx="5257800" cy="3063240"/>
          </a:xfrm>
          <a:prstGeom prst="roundRect">
            <a:avLst>
              <a:gd name="adj" fmla="val 2985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1298448"/>
            <a:ext cx="4709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single "Competitor Alternatives" blog post made $1M+ in revenue for my SaaS client over 3 years.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are ALWAYS the highest converting articles.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Alternative articles help users discover a better alternative (i.e. your product) to what they're currently using.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example: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might target the following keywords if you're a team communication platform.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 Microsoft Teams Alternatives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 Discord Alternatives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 Slack Alternatives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 16.5K/mo Google searches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37560" y="4462272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Jake Ward  ·  SEO agency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 /  EXAMPLE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 version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337560" y="1298448"/>
            <a:ext cx="5257800" cy="3063240"/>
          </a:xfrm>
          <a:prstGeom prst="roundRect">
            <a:avLst>
              <a:gd name="adj" fmla="val 2985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1298448"/>
            <a:ext cx="4709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single </a:t>
            </a:r>
            <a:pPr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saved 20+ hours a week for an HR team</a:t>
            </a:r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at one business.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are ALWAYS the highest ROI automations.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hiring automations help businesses filter and organize job applicants faster instead of wasting hours manually reviewing resumes.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example: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might automate the following workflows if you're hiring every month.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 Auto-filter unqualified applicants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 AI resume scoring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 Automatic interview scheduling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 20+ hours/week saved for the HR department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37560" y="4462272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opening line. Same "they are ALWAYS". Same list. Same total at the end.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 /  EXAMPLE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email marketing post that went viral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337560" y="1298448"/>
            <a:ext cx="5257800" cy="3063240"/>
          </a:xfrm>
          <a:prstGeom prst="roundRect">
            <a:avLst>
              <a:gd name="adj" fmla="val 2985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1298448"/>
            <a:ext cx="4709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Here's how to get 1,000 emails of your hottest website visitors for FREE!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I have your attention? Keep reading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sales call required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contract required.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credit card required!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 sign up and start identifying the anonymous visitors already hitting your site.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Here's the reality most ecom brands don't want to face: 95% of your site traffic leaves without filling out a form.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spend money on ads for these visitors. And often, you get nothing back.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the leak.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37560" y="4462272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Chase Dimond  ·  email marketing agency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 /  EXAMPLE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 version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337560" y="1298448"/>
            <a:ext cx="5257800" cy="3063240"/>
          </a:xfrm>
          <a:prstGeom prst="roundRect">
            <a:avLst>
              <a:gd name="adj" fmla="val 2985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1298448"/>
            <a:ext cx="4709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Here's how to </a:t>
            </a:r>
            <a:pPr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qualify unlimited leads and save 3+ hours a day</a:t>
            </a:r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FREE!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I have your attention? Keep reading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sales team required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manual follow-ups required.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endless back-and-forth in the DMs required!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 set up an AI lead qualification agent and start qualifying the leads already coming into your business.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Here's the reality most businesses don't want to face: 95% of leads take forever to qualify manually.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spend money to generate these leads. And often, your team wastes hours figuring out who's actually serious.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the leak.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37560" y="4462272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hook. Same three "no ___ required" lines. Same "that's the leak."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 /  THE SHORTCUT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prompt that does it for you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337560" y="1371600"/>
            <a:ext cx="5257800" cy="2606040"/>
          </a:xfrm>
          <a:prstGeom prst="roundRect">
            <a:avLst>
              <a:gd name="adj" fmla="val 3509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137160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Here is a piece of content that went viral in another niche: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[paste it in]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sell AI automations and AI agents to businesses.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Rewrite this for my topic. Keep 70–80% of the original hook, structure and format. Change only the subject matter. Do not invent a new format.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Give me 3 versions.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37560" y="41148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Paste it into Claude with the post you found. That is the whole workflow.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 /  FINAL TAKE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both. But not the same way.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337560" y="14173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will end up doing outreach and content no matter what. The mistake is running them with the same setting.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2212848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8728" y="23408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OUTREACH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538728" y="2578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Pick a niche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38728" y="29077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5AF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need to know exactly who you are writing to, what they run, and what is eating their time.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0760" y="2212848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23408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A74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81928" y="2578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Don't pick a niche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81928" y="29077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Niching your content caps your reach. Talk about the problems every business has, broadly.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39776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Narrow when you reach out. Wide when you post.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 /  RESOURCE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132588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 profitable niches</a:t>
            </a:r>
            <a:endParaRPr lang="en-US" sz="29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pick from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337560" y="2926080"/>
            <a:ext cx="5257800" cy="713232"/>
          </a:xfrm>
          <a:prstGeom prst="roundRect">
            <a:avLst>
              <a:gd name="adj" fmla="val 10256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92608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the automations that sell into each one, and what they go for.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 OF SECTION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know how to get in front of them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337560" y="20574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75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76472" y="203911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Outreach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76472" y="23134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Pick a niche, pull the leads, warm the email, send the scripts.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9718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76472" y="295351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76472" y="32278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what already works, swap the topic, keep the frame, always end on a call.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4041648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40416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Next:  </a:t>
            </a:r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said yes. Now you have to deliver.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For Profit</dc:creator>
  <cp:lastModifiedBy>AI For Profit</cp:lastModifiedBy>
  <cp:revision>1</cp:revision>
  <dcterms:created xsi:type="dcterms:W3CDTF">2026-07-31T06:44:34Z</dcterms:created>
  <dcterms:modified xsi:type="dcterms:W3CDTF">2026-07-31T06:44:34Z</dcterms:modified>
</cp:coreProperties>
</file>